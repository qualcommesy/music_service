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35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35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997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90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12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66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19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57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47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23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15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369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161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2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B7E4C7A-87D5-46F6-A519-7B1B4EC137B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9ADF428-473E-41C8-B039-ACC8C77D0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217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355E1-3F9C-BB38-C9EB-B926188AF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459" y="1449147"/>
            <a:ext cx="11295528" cy="2971051"/>
          </a:xfrm>
        </p:spPr>
        <p:txBody>
          <a:bodyPr/>
          <a:lstStyle/>
          <a:p>
            <a:r>
              <a:rPr lang="ru-RU" dirty="0"/>
              <a:t>Музыкальный сервис «</a:t>
            </a:r>
            <a:r>
              <a:rPr lang="en-US" dirty="0"/>
              <a:t>Beta l.</a:t>
            </a:r>
            <a:r>
              <a:rPr lang="ru-RU" dirty="0"/>
              <a:t>».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0F3D1A-A82A-231D-38FE-7AAF25BD8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Проект сделали Новиков Г. и </a:t>
            </a:r>
            <a:r>
              <a:rPr lang="ru-RU" dirty="0" err="1"/>
              <a:t>Брыжинский</a:t>
            </a:r>
            <a:r>
              <a:rPr lang="ru-RU" dirty="0"/>
              <a:t> В. гр. 9ИС-340.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04399B-73F7-5EBA-C5DD-2A89A20B2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173" y="513347"/>
            <a:ext cx="2915653" cy="291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1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3D3F9-124E-E8D5-883C-6DEA1FA33C9D}"/>
              </a:ext>
            </a:extLst>
          </p:cNvPr>
          <p:cNvSpPr txBox="1"/>
          <p:nvPr/>
        </p:nvSpPr>
        <p:spPr>
          <a:xfrm>
            <a:off x="2061409" y="409872"/>
            <a:ext cx="80691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/>
              <a:t>Почему наш музыкальный сервис?</a:t>
            </a:r>
            <a:r>
              <a:rPr lang="en-US" sz="4000" b="1" dirty="0"/>
              <a:t> </a:t>
            </a:r>
          </a:p>
          <a:p>
            <a:pPr algn="ctr"/>
            <a:r>
              <a:rPr lang="ru-RU" sz="4000" b="1" dirty="0"/>
              <a:t>Или </a:t>
            </a:r>
            <a:r>
              <a:rPr lang="en-US" sz="4000" b="1" dirty="0"/>
              <a:t>“</a:t>
            </a:r>
            <a:r>
              <a:rPr lang="ru-RU" sz="4000" b="1" dirty="0"/>
              <a:t>о проблемах наших конкурентов</a:t>
            </a:r>
            <a:r>
              <a:rPr lang="en-US" sz="4000" b="1" dirty="0"/>
              <a:t>”</a:t>
            </a:r>
            <a:r>
              <a:rPr lang="ru-RU" sz="4000" b="1" dirty="0"/>
              <a:t>.</a:t>
            </a:r>
          </a:p>
        </p:txBody>
      </p:sp>
      <p:pic>
        <p:nvPicPr>
          <p:cNvPr id="1026" name="Picture 2" descr="Торговая марка №1019388 — Yandex Music: владелец торгового знака и другие  данные | РБК Компании">
            <a:extLst>
              <a:ext uri="{FF2B5EF4-FFF2-40B4-BE49-F238E27FC236}">
                <a16:creationId xmlns:a16="http://schemas.microsoft.com/office/drawing/2014/main" id="{772D2E14-1B7C-616F-1967-EFC9835B0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42" y="3792188"/>
            <a:ext cx="4221405" cy="237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otify запустился в России раньше времени • ТНТ MUSIC — Здесь твоя музыка">
            <a:extLst>
              <a:ext uri="{FF2B5EF4-FFF2-40B4-BE49-F238E27FC236}">
                <a16:creationId xmlns:a16="http://schemas.microsoft.com/office/drawing/2014/main" id="{B6374364-7FF1-A656-45E4-329D58142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447" y="3795357"/>
            <a:ext cx="4096989" cy="236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K Музыка запустила масштабную рекламную кампанию | Новости компаний |  Advertology.Ru">
            <a:extLst>
              <a:ext uri="{FF2B5EF4-FFF2-40B4-BE49-F238E27FC236}">
                <a16:creationId xmlns:a16="http://schemas.microsoft.com/office/drawing/2014/main" id="{618E3B18-8421-F6AC-4678-9A550D6C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436" y="3795357"/>
            <a:ext cx="3552304" cy="236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82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4F858A-FECA-EADE-D3DE-F7DD15B1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18" y="551328"/>
            <a:ext cx="10690100" cy="1178859"/>
          </a:xfrm>
        </p:spPr>
        <p:txBody>
          <a:bodyPr>
            <a:noAutofit/>
          </a:bodyPr>
          <a:lstStyle/>
          <a:p>
            <a:pPr algn="ctr"/>
            <a:r>
              <a:rPr lang="ru-RU" sz="6000" dirty="0"/>
              <a:t>Преимущества</a:t>
            </a:r>
            <a:r>
              <a:rPr lang="en-US" sz="6000" dirty="0"/>
              <a:t> </a:t>
            </a:r>
            <a:r>
              <a:rPr lang="ru-RU" sz="6000" dirty="0"/>
              <a:t>«</a:t>
            </a:r>
            <a:r>
              <a:rPr lang="en-US" sz="6000" dirty="0"/>
              <a:t>Beta l.</a:t>
            </a:r>
            <a:r>
              <a:rPr lang="ru-RU" sz="6000" dirty="0"/>
              <a:t>»</a:t>
            </a:r>
            <a:r>
              <a:rPr lang="en-US" sz="6000" dirty="0"/>
              <a:t>. </a:t>
            </a:r>
            <a:r>
              <a:rPr lang="ru-RU" sz="6000" dirty="0"/>
              <a:t> 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BD23B6-D5BA-19F4-03C9-EC0604739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433" y="1804712"/>
            <a:ext cx="4047870" cy="405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81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267</TotalTime>
  <Words>40</Words>
  <Application>Microsoft Office PowerPoint</Application>
  <PresentationFormat>Широкоэкранный</PresentationFormat>
  <Paragraphs>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Century Gothic</vt:lpstr>
      <vt:lpstr>Wingdings 2</vt:lpstr>
      <vt:lpstr>Цитаты</vt:lpstr>
      <vt:lpstr>Музыкальный сервис «Beta l.».</vt:lpstr>
      <vt:lpstr>Презентация PowerPoint</vt:lpstr>
      <vt:lpstr>Преимущества «Beta l.».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Иванов</dc:creator>
  <cp:lastModifiedBy>Stefan Dillstrit</cp:lastModifiedBy>
  <cp:revision>2</cp:revision>
  <dcterms:created xsi:type="dcterms:W3CDTF">2025-11-06T16:23:31Z</dcterms:created>
  <dcterms:modified xsi:type="dcterms:W3CDTF">2025-11-06T22:43:05Z</dcterms:modified>
</cp:coreProperties>
</file>